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B4F3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Halftime Stampede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Deck — Falcon Football Academy Halftime Snack Preorder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0" cy="137160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703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Baba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problem-solver assigned to this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players. One table. Ten minutes. Zero system.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last Saturday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3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B4F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shin pad ended up in the drinks box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went flying in the crush around the snack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3E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103120"/>
            <a:ext cx="548640" cy="548640"/>
          </a:xfrm>
          <a:prstGeom prst="ellipse">
            <a:avLst/>
          </a:prstGeom>
          <a:solidFill>
            <a:srgbClr val="0B4F3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were hurt in the crowd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and stepped on scrambling for a bag.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3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2103120"/>
            <a:ext cx="548640" cy="548640"/>
          </a:xfrm>
          <a:prstGeom prst="ellipse">
            <a:avLst/>
          </a:prstGeom>
          <a:solidFill>
            <a:srgbClr val="0B4F3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missed second-half kickoff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 in the crowd when the whistle blew.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7362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mission: figure out what's really going wrong, break the mess into pieces, and build a simple preorder app so halftime becomes grab-and-go — no stampede, no flying shin pads.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Halftime Stampede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snacks, the queue, or something else?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1EFEA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4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snacks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enough food and drink for every player.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1EFEA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4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really “the queue”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orderly. This is a crowd — there's no line at 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0881360" cy="2697480"/>
          </a:xfrm>
          <a:prstGeom prst="roundRect">
            <a:avLst>
              <a:gd name="adj" fmla="val 4068"/>
            </a:avLst>
          </a:prstGeom>
          <a:solidFill>
            <a:srgbClr val="0B4F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and collecting are forced into the same tiny window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players choosing their snack AND grabbing it, at one table, in about 10 minutes. That collision — not the food, not a lineup — is what turns halftime into a crowd instead of a line.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Halftime Stampede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3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biggest causes of the chaos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B4F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under pressure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chooses their snack and drink in the same rushed minute, right at the table — slow by nature.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B4F3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011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488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for who gets what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sorted or named ahead of time, so staff work out each order live while a crowd builds.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0B4F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011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8680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point, one window, no order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players, one table, ~10 minutes, no lineup or spacing — the exact setup for crowding and injuries.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Halftime Stampede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affected, and what do they need?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0B4F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MESS, FROM THEIR SIDE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ACTUALLY NEED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1042416"/>
          </a:xfrm>
          <a:prstGeom prst="rect">
            <a:avLst/>
          </a:prstGeom>
          <a:solidFill>
            <a:srgbClr val="F6F3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pushed in a crowd, risk injury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52360" y="2148840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73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their bag fast, no on-the-spot decisions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064240" cy="1042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91256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191256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still stuck when 2nd half starts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52360" y="3191256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73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back in position, no incidents to manage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11064240" cy="1042416"/>
          </a:xfrm>
          <a:prstGeom prst="rect">
            <a:avLst/>
          </a:prstGeom>
          <a:solidFill>
            <a:srgbClr val="F6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3367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/ snack volunteers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4233672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kids asking at once, no idea who ordered what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52360" y="4233672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73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list — match a name, don't take an order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1064240" cy="1042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76088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Injured players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5276088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caught in the crush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52360" y="5276088"/>
            <a:ext cx="3977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73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orderly pickup with no crowd to be caught 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Halftime Stampede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fixes — and what could still go wrong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B4F3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no longer happens at the 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preorder their snack and drink before the match. By halftime, every bag already has a name on it — staff just match a name and hand it over. That removes causes #1 and #2: no more live decisions, no more guessing who gets what.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6F3EA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B5473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AT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don't sync across devices yet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version saves orders on one device (the snack table's tablet). A parent preordering from home on a different device won't show up there without a shared backend. Walk-ups with no preorder also still need an on-the-spot decision — the next fix to build.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Halftime Stampede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Halftime Snack Preorder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two-tab web app, built with Claude — no installation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B4F3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tab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team, one snack, one drink, optional allergy note — filled out any time before the match.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B4F3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 Pickup tab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sorted A–Z with search, a “Grab bag” button, and a live count of bags remaining.</a:t>
            </a:r>
            <a:endParaRPr lang="en-US" sz="1250" dirty="0"/>
          </a:p>
        </p:txBody>
      </p:sp>
      <p:pic>
        <p:nvPicPr>
          <p:cNvPr id="15" name="Image 0" descr="/tmp/claude-0/-home-user-Claude-code/03ab5835-fb1a-572a-bff1-e64faff9a06a/scratchpad/pptx-build/pick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3977640"/>
            <a:ext cx="7315200" cy="245973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test: one bag reserved and ready — no queue.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B4F3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diagnosed. Fix built and tested.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identified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causes isolated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590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built and tested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047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 called 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review, Baba.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Halftime Stampede — Answer Deck</dc:title>
  <dc:subject>PptxGenJS Presentation</dc:subject>
  <dc:creator>Falcon Football Academy</dc:creator>
  <cp:lastModifiedBy>Falcon Football Academy</cp:lastModifiedBy>
  <cp:revision>1</cp:revision>
  <dcterms:created xsi:type="dcterms:W3CDTF">2026-08-02T21:35:43Z</dcterms:created>
  <dcterms:modified xsi:type="dcterms:W3CDTF">2026-08-02T21:35:43Z</dcterms:modified>
</cp:coreProperties>
</file>